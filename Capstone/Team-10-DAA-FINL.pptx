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8" r:id="rId6"/>
    <p:sldId id="259" r:id="rId7"/>
    <p:sldId id="260" r:id="rId8"/>
    <p:sldId id="261" r:id="rId9"/>
    <p:sldId id="262" r:id="rId10"/>
    <p:sldId id="263" r:id="rId11"/>
    <p:sldId id="267" r:id="rId12"/>
    <p:sldId id="265" r:id="rId13"/>
    <p:sldId id="266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#1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#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05F5D5-93D7-45C4-AA89-3D82C836944A}" type="doc">
      <dgm:prSet loTypeId="urn:microsoft.com/office/officeart/2005/8/layout/vList2" loCatId="list" qsTypeId="urn:microsoft.com/office/officeart/2005/8/quickstyle/simple1#1" qsCatId="simple" csTypeId="urn:microsoft.com/office/officeart/2005/8/colors/accent4_3#1" csCatId="accent4"/>
      <dgm:spPr/>
      <dgm:t>
        <a:bodyPr/>
        <a:lstStyle/>
        <a:p>
          <a:endParaRPr lang="en-IN"/>
        </a:p>
      </dgm:t>
    </dgm:pt>
    <dgm:pt modelId="{5B03D416-BB01-40C5-9E54-B415B886D7B7}">
      <dgm:prSet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Many NP-Complete problems become computationally expensive as input size increases.</a:t>
          </a:r>
        </a:p>
      </dgm:t>
    </dgm:pt>
    <dgm:pt modelId="{D687F6BF-5F33-4CB9-9DD7-0E79BE640168}" type="parTrans" cxnId="{34DCF98F-A1DF-41D3-95D2-9D28F39CABAA}">
      <dgm:prSet/>
      <dgm:spPr/>
      <dgm:t>
        <a:bodyPr/>
        <a:lstStyle/>
        <a:p>
          <a:endParaRPr lang="en-IN"/>
        </a:p>
      </dgm:t>
    </dgm:pt>
    <dgm:pt modelId="{28BD8BA0-D41E-4618-8346-97DFBB24A848}" type="sibTrans" cxnId="{34DCF98F-A1DF-41D3-95D2-9D28F39CABAA}">
      <dgm:prSet/>
      <dgm:spPr/>
      <dgm:t>
        <a:bodyPr/>
        <a:lstStyle/>
        <a:p>
          <a:endParaRPr lang="en-IN"/>
        </a:p>
      </dgm:t>
    </dgm:pt>
    <dgm:pt modelId="{E26093FF-0067-46AD-8DAF-07CF918D5DAF}">
      <dgm:prSet custT="1"/>
      <dgm:spPr/>
      <dgm:t>
        <a:bodyPr/>
        <a:lstStyle/>
        <a:p>
          <a:r>
            <a:rPr lang="en-IN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Existing tools often: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FC3D90-D524-4E9A-BC8E-9B562335B92A}" type="parTrans" cxnId="{D689BBB5-9392-4338-8114-55DD84BD9EB0}">
      <dgm:prSet/>
      <dgm:spPr/>
      <dgm:t>
        <a:bodyPr/>
        <a:lstStyle/>
        <a:p>
          <a:endParaRPr lang="en-IN"/>
        </a:p>
      </dgm:t>
    </dgm:pt>
    <dgm:pt modelId="{497F3313-F7E2-409A-80B2-169E5123E60A}" type="sibTrans" cxnId="{D689BBB5-9392-4338-8114-55DD84BD9EB0}">
      <dgm:prSet/>
      <dgm:spPr/>
      <dgm:t>
        <a:bodyPr/>
        <a:lstStyle/>
        <a:p>
          <a:endParaRPr lang="en-IN"/>
        </a:p>
      </dgm:t>
    </dgm:pt>
    <dgm:pt modelId="{3A85FFF1-0940-4F1F-9E9B-6C459878DFCE}">
      <dgm:prSet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Do not clearly visualize algorithm execution. </a:t>
          </a:r>
        </a:p>
      </dgm:t>
    </dgm:pt>
    <dgm:pt modelId="{BDF13226-AAE6-413C-850F-798295C39E83}" type="parTrans" cxnId="{7BE8BE5F-1E0F-49CA-BD84-5158201518DC}">
      <dgm:prSet/>
      <dgm:spPr/>
      <dgm:t>
        <a:bodyPr/>
        <a:lstStyle/>
        <a:p>
          <a:endParaRPr lang="en-IN"/>
        </a:p>
      </dgm:t>
    </dgm:pt>
    <dgm:pt modelId="{BD055BE8-54BC-4A56-808D-8DE108CC63AB}" type="sibTrans" cxnId="{7BE8BE5F-1E0F-49CA-BD84-5158201518DC}">
      <dgm:prSet/>
      <dgm:spPr/>
      <dgm:t>
        <a:bodyPr/>
        <a:lstStyle/>
        <a:p>
          <a:endParaRPr lang="en-IN"/>
        </a:p>
      </dgm:t>
    </dgm:pt>
    <dgm:pt modelId="{286172C2-3627-4F06-A713-72FFCF8973E4}">
      <dgm:prSet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Lack performance comparison. </a:t>
          </a:r>
        </a:p>
      </dgm:t>
    </dgm:pt>
    <dgm:pt modelId="{5C86EA8D-5B7E-460E-87D7-0204C46C6CF1}" type="parTrans" cxnId="{EFBD5BF3-A36B-4BE3-9DE4-6F986709DC99}">
      <dgm:prSet/>
      <dgm:spPr/>
      <dgm:t>
        <a:bodyPr/>
        <a:lstStyle/>
        <a:p>
          <a:endParaRPr lang="en-IN"/>
        </a:p>
      </dgm:t>
    </dgm:pt>
    <dgm:pt modelId="{CAD6CC6A-95AA-405F-A902-D64D16EACCC9}" type="sibTrans" cxnId="{EFBD5BF3-A36B-4BE3-9DE4-6F986709DC99}">
      <dgm:prSet/>
      <dgm:spPr/>
      <dgm:t>
        <a:bodyPr/>
        <a:lstStyle/>
        <a:p>
          <a:endParaRPr lang="en-IN"/>
        </a:p>
      </dgm:t>
    </dgm:pt>
    <dgm:pt modelId="{25DA3254-7317-42AD-B818-85F85B8996AE}">
      <dgm:prSet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Provide limited educational understanding. </a:t>
          </a:r>
        </a:p>
      </dgm:t>
    </dgm:pt>
    <dgm:pt modelId="{E235E629-0CBB-4214-BDEE-EFFD757CAD35}" type="parTrans" cxnId="{0D9FC2CC-A2D2-4DB4-A045-9443B8098373}">
      <dgm:prSet/>
      <dgm:spPr/>
      <dgm:t>
        <a:bodyPr/>
        <a:lstStyle/>
        <a:p>
          <a:endParaRPr lang="en-IN"/>
        </a:p>
      </dgm:t>
    </dgm:pt>
    <dgm:pt modelId="{801F8AA5-BAF4-4FDB-B90A-7A576496DB7F}" type="sibTrans" cxnId="{0D9FC2CC-A2D2-4DB4-A045-9443B8098373}">
      <dgm:prSet/>
      <dgm:spPr/>
      <dgm:t>
        <a:bodyPr/>
        <a:lstStyle/>
        <a:p>
          <a:endParaRPr lang="en-IN"/>
        </a:p>
      </dgm:t>
    </dgm:pt>
    <dgm:pt modelId="{86DF0EE6-8661-410F-8D7C-8F684BA0018A}">
      <dgm:prSet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The project develops a visual solver that demonstrates algorithm execution while evaluating efficiency.</a:t>
          </a:r>
        </a:p>
      </dgm:t>
    </dgm:pt>
    <dgm:pt modelId="{260854F5-F99D-43B4-881B-A5BEADAE092C}" type="parTrans" cxnId="{1B417181-6573-4AAB-96CD-D4A5556222DE}">
      <dgm:prSet/>
      <dgm:spPr/>
      <dgm:t>
        <a:bodyPr/>
        <a:lstStyle/>
        <a:p>
          <a:endParaRPr lang="en-IN"/>
        </a:p>
      </dgm:t>
    </dgm:pt>
    <dgm:pt modelId="{E4A086FC-9911-4A55-BC1E-A12D21DFA0F2}" type="sibTrans" cxnId="{1B417181-6573-4AAB-96CD-D4A5556222DE}">
      <dgm:prSet/>
      <dgm:spPr/>
      <dgm:t>
        <a:bodyPr/>
        <a:lstStyle/>
        <a:p>
          <a:endParaRPr lang="en-IN"/>
        </a:p>
      </dgm:t>
    </dgm:pt>
    <dgm:pt modelId="{B3B01F38-DAE7-4F14-A364-5243B2671A8A}" type="pres">
      <dgm:prSet presAssocID="{BD05F5D5-93D7-45C4-AA89-3D82C836944A}" presName="linear" presStyleCnt="0">
        <dgm:presLayoutVars>
          <dgm:animLvl val="lvl"/>
          <dgm:resizeHandles val="exact"/>
        </dgm:presLayoutVars>
      </dgm:prSet>
      <dgm:spPr/>
    </dgm:pt>
    <dgm:pt modelId="{DBA9551C-5E35-4338-BD6C-A9994119E1D4}" type="pres">
      <dgm:prSet presAssocID="{5B03D416-BB01-40C5-9E54-B415B886D7B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DCB7AE9-B03F-495A-88E4-9B7574D1126B}" type="pres">
      <dgm:prSet presAssocID="{28BD8BA0-D41E-4618-8346-97DFBB24A848}" presName="spacer" presStyleCnt="0"/>
      <dgm:spPr/>
    </dgm:pt>
    <dgm:pt modelId="{DD5BDE69-4641-4001-AD4D-6DBD644E6EBD}" type="pres">
      <dgm:prSet presAssocID="{E26093FF-0067-46AD-8DAF-07CF918D5DA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FD284D8-6EDD-472C-854C-9271ABB90D2F}" type="pres">
      <dgm:prSet presAssocID="{E26093FF-0067-46AD-8DAF-07CF918D5DAF}" presName="childText" presStyleLbl="revTx" presStyleIdx="0" presStyleCnt="1">
        <dgm:presLayoutVars>
          <dgm:bulletEnabled val="1"/>
        </dgm:presLayoutVars>
      </dgm:prSet>
      <dgm:spPr/>
    </dgm:pt>
    <dgm:pt modelId="{85628352-3EB2-4169-85A2-F2DA59E37CF0}" type="pres">
      <dgm:prSet presAssocID="{86DF0EE6-8661-410F-8D7C-8F684BA0018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BE8BE5F-1E0F-49CA-BD84-5158201518DC}" srcId="{E26093FF-0067-46AD-8DAF-07CF918D5DAF}" destId="{3A85FFF1-0940-4F1F-9E9B-6C459878DFCE}" srcOrd="0" destOrd="0" parTransId="{BDF13226-AAE6-413C-850F-798295C39E83}" sibTransId="{BD055BE8-54BC-4A56-808D-8DE108CC63AB}"/>
    <dgm:cxn modelId="{4CC7D346-5EE8-4312-84E1-9FA23AAD6AEF}" type="presOf" srcId="{25DA3254-7317-42AD-B818-85F85B8996AE}" destId="{CFD284D8-6EDD-472C-854C-9271ABB90D2F}" srcOrd="0" destOrd="2" presId="urn:microsoft.com/office/officeart/2005/8/layout/vList2"/>
    <dgm:cxn modelId="{C5064C58-D301-4B8F-9A9E-CBBC98E52F83}" type="presOf" srcId="{3A85FFF1-0940-4F1F-9E9B-6C459878DFCE}" destId="{CFD284D8-6EDD-472C-854C-9271ABB90D2F}" srcOrd="0" destOrd="0" presId="urn:microsoft.com/office/officeart/2005/8/layout/vList2"/>
    <dgm:cxn modelId="{8A9CC97F-E440-4950-8F11-FD374DC8E393}" type="presOf" srcId="{5B03D416-BB01-40C5-9E54-B415B886D7B7}" destId="{DBA9551C-5E35-4338-BD6C-A9994119E1D4}" srcOrd="0" destOrd="0" presId="urn:microsoft.com/office/officeart/2005/8/layout/vList2"/>
    <dgm:cxn modelId="{1B417181-6573-4AAB-96CD-D4A5556222DE}" srcId="{BD05F5D5-93D7-45C4-AA89-3D82C836944A}" destId="{86DF0EE6-8661-410F-8D7C-8F684BA0018A}" srcOrd="2" destOrd="0" parTransId="{260854F5-F99D-43B4-881B-A5BEADAE092C}" sibTransId="{E4A086FC-9911-4A55-BC1E-A12D21DFA0F2}"/>
    <dgm:cxn modelId="{34DCF98F-A1DF-41D3-95D2-9D28F39CABAA}" srcId="{BD05F5D5-93D7-45C4-AA89-3D82C836944A}" destId="{5B03D416-BB01-40C5-9E54-B415B886D7B7}" srcOrd="0" destOrd="0" parTransId="{D687F6BF-5F33-4CB9-9DD7-0E79BE640168}" sibTransId="{28BD8BA0-D41E-4618-8346-97DFBB24A848}"/>
    <dgm:cxn modelId="{D689BBB5-9392-4338-8114-55DD84BD9EB0}" srcId="{BD05F5D5-93D7-45C4-AA89-3D82C836944A}" destId="{E26093FF-0067-46AD-8DAF-07CF918D5DAF}" srcOrd="1" destOrd="0" parTransId="{BBFC3D90-D524-4E9A-BC8E-9B562335B92A}" sibTransId="{497F3313-F7E2-409A-80B2-169E5123E60A}"/>
    <dgm:cxn modelId="{7D8CBFBD-0238-4F5B-9885-D4FE58B210A7}" type="presOf" srcId="{286172C2-3627-4F06-A713-72FFCF8973E4}" destId="{CFD284D8-6EDD-472C-854C-9271ABB90D2F}" srcOrd="0" destOrd="1" presId="urn:microsoft.com/office/officeart/2005/8/layout/vList2"/>
    <dgm:cxn modelId="{0B02A8C3-A9FE-47E4-9FDC-8AC5F88826C2}" type="presOf" srcId="{BD05F5D5-93D7-45C4-AA89-3D82C836944A}" destId="{B3B01F38-DAE7-4F14-A364-5243B2671A8A}" srcOrd="0" destOrd="0" presId="urn:microsoft.com/office/officeart/2005/8/layout/vList2"/>
    <dgm:cxn modelId="{0D9FC2CC-A2D2-4DB4-A045-9443B8098373}" srcId="{E26093FF-0067-46AD-8DAF-07CF918D5DAF}" destId="{25DA3254-7317-42AD-B818-85F85B8996AE}" srcOrd="2" destOrd="0" parTransId="{E235E629-0CBB-4214-BDEE-EFFD757CAD35}" sibTransId="{801F8AA5-BAF4-4FDB-B90A-7A576496DB7F}"/>
    <dgm:cxn modelId="{F2C613CF-01E9-479A-B42C-5B97C53F6682}" type="presOf" srcId="{86DF0EE6-8661-410F-8D7C-8F684BA0018A}" destId="{85628352-3EB2-4169-85A2-F2DA59E37CF0}" srcOrd="0" destOrd="0" presId="urn:microsoft.com/office/officeart/2005/8/layout/vList2"/>
    <dgm:cxn modelId="{EFBD5BF3-A36B-4BE3-9DE4-6F986709DC99}" srcId="{E26093FF-0067-46AD-8DAF-07CF918D5DAF}" destId="{286172C2-3627-4F06-A713-72FFCF8973E4}" srcOrd="1" destOrd="0" parTransId="{5C86EA8D-5B7E-460E-87D7-0204C46C6CF1}" sibTransId="{CAD6CC6A-95AA-405F-A902-D64D16EACCC9}"/>
    <dgm:cxn modelId="{D5B3C3F8-CAD3-4099-B906-5FB054757371}" type="presOf" srcId="{E26093FF-0067-46AD-8DAF-07CF918D5DAF}" destId="{DD5BDE69-4641-4001-AD4D-6DBD644E6EBD}" srcOrd="0" destOrd="0" presId="urn:microsoft.com/office/officeart/2005/8/layout/vList2"/>
    <dgm:cxn modelId="{88CFA7F0-4972-4B0D-AAFA-8CAFC36AEAD3}" type="presParOf" srcId="{B3B01F38-DAE7-4F14-A364-5243B2671A8A}" destId="{DBA9551C-5E35-4338-BD6C-A9994119E1D4}" srcOrd="0" destOrd="0" presId="urn:microsoft.com/office/officeart/2005/8/layout/vList2"/>
    <dgm:cxn modelId="{A18DC84D-6C1F-4518-8C73-A9AA044F8CF3}" type="presParOf" srcId="{B3B01F38-DAE7-4F14-A364-5243B2671A8A}" destId="{9DCB7AE9-B03F-495A-88E4-9B7574D1126B}" srcOrd="1" destOrd="0" presId="urn:microsoft.com/office/officeart/2005/8/layout/vList2"/>
    <dgm:cxn modelId="{6E9EC734-1CC4-4229-98F0-7F5A48AA53C4}" type="presParOf" srcId="{B3B01F38-DAE7-4F14-A364-5243B2671A8A}" destId="{DD5BDE69-4641-4001-AD4D-6DBD644E6EBD}" srcOrd="2" destOrd="0" presId="urn:microsoft.com/office/officeart/2005/8/layout/vList2"/>
    <dgm:cxn modelId="{D4120160-D0CC-47C9-951E-5697CF39B3F3}" type="presParOf" srcId="{B3B01F38-DAE7-4F14-A364-5243B2671A8A}" destId="{CFD284D8-6EDD-472C-854C-9271ABB90D2F}" srcOrd="3" destOrd="0" presId="urn:microsoft.com/office/officeart/2005/8/layout/vList2"/>
    <dgm:cxn modelId="{148B45E3-67F4-42FC-9919-9A701015B268}" type="presParOf" srcId="{B3B01F38-DAE7-4F14-A364-5243B2671A8A}" destId="{85628352-3EB2-4169-85A2-F2DA59E37CF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579BCF-FD1C-421E-B5B1-17DC2A641C2C}" type="doc">
      <dgm:prSet loTypeId="urn:microsoft.com/office/officeart/2005/8/layout/vList2" loCatId="list" qsTypeId="urn:microsoft.com/office/officeart/2005/8/quickstyle/simple1#2" qsCatId="simple" csTypeId="urn:microsoft.com/office/officeart/2005/8/colors/accent6_1#1" csCatId="accent6"/>
      <dgm:spPr/>
      <dgm:t>
        <a:bodyPr/>
        <a:lstStyle/>
        <a:p>
          <a:endParaRPr lang="en-IN"/>
        </a:p>
      </dgm:t>
    </dgm:pt>
    <dgm:pt modelId="{73A27954-48B7-49F9-8C70-7C44216FE21C}">
      <dgm:prSet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Accept different NP-Complete problem inputs. </a:t>
          </a:r>
        </a:p>
      </dgm:t>
    </dgm:pt>
    <dgm:pt modelId="{8B029F36-3DAF-4657-BE81-BA6D55415A87}" type="parTrans" cxnId="{B19DF0EF-095A-4DAE-8A8F-14BEC77D44D7}">
      <dgm:prSet/>
      <dgm:spPr/>
      <dgm:t>
        <a:bodyPr/>
        <a:lstStyle/>
        <a:p>
          <a:endParaRPr lang="en-IN"/>
        </a:p>
      </dgm:t>
    </dgm:pt>
    <dgm:pt modelId="{694A0650-1B9B-4E64-B95B-B76CFE8F046E}" type="sibTrans" cxnId="{B19DF0EF-095A-4DAE-8A8F-14BEC77D44D7}">
      <dgm:prSet/>
      <dgm:spPr/>
      <dgm:t>
        <a:bodyPr/>
        <a:lstStyle/>
        <a:p>
          <a:endParaRPr lang="en-IN"/>
        </a:p>
      </dgm:t>
    </dgm:pt>
    <dgm:pt modelId="{2EB992F4-4669-43C4-8B94-A359EA375083}">
      <dgm:prSet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Validate and preprocess datasets. </a:t>
          </a:r>
        </a:p>
      </dgm:t>
    </dgm:pt>
    <dgm:pt modelId="{52DFF697-4007-4DF0-9A06-873E7F6F4086}" type="parTrans" cxnId="{8E762080-5638-42F1-A705-C1D5E17C8FB3}">
      <dgm:prSet/>
      <dgm:spPr/>
      <dgm:t>
        <a:bodyPr/>
        <a:lstStyle/>
        <a:p>
          <a:endParaRPr lang="en-IN"/>
        </a:p>
      </dgm:t>
    </dgm:pt>
    <dgm:pt modelId="{76B38090-66FD-4036-AED6-95757210DD13}" type="sibTrans" cxnId="{8E762080-5638-42F1-A705-C1D5E17C8FB3}">
      <dgm:prSet/>
      <dgm:spPr/>
      <dgm:t>
        <a:bodyPr/>
        <a:lstStyle/>
        <a:p>
          <a:endParaRPr lang="en-IN"/>
        </a:p>
      </dgm:t>
    </dgm:pt>
    <dgm:pt modelId="{39648B0D-1D72-445F-8D85-86FA8650C8EF}">
      <dgm:prSet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Solve problems using efficient algorithms. </a:t>
          </a:r>
        </a:p>
      </dgm:t>
    </dgm:pt>
    <dgm:pt modelId="{3D8D7499-88DC-4054-B29C-D6864164193C}" type="parTrans" cxnId="{B23F323C-60E8-4907-9883-DF0FEB12E815}">
      <dgm:prSet/>
      <dgm:spPr/>
      <dgm:t>
        <a:bodyPr/>
        <a:lstStyle/>
        <a:p>
          <a:endParaRPr lang="en-IN"/>
        </a:p>
      </dgm:t>
    </dgm:pt>
    <dgm:pt modelId="{02782E62-E255-4FEB-AD61-6D587B63C320}" type="sibTrans" cxnId="{B23F323C-60E8-4907-9883-DF0FEB12E815}">
      <dgm:prSet/>
      <dgm:spPr/>
      <dgm:t>
        <a:bodyPr/>
        <a:lstStyle/>
        <a:p>
          <a:endParaRPr lang="en-IN"/>
        </a:p>
      </dgm:t>
    </dgm:pt>
    <dgm:pt modelId="{C0193FC8-A9BB-4943-99B8-29FE0D73448E}">
      <dgm:prSet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Visualize execution steps. </a:t>
          </a:r>
        </a:p>
      </dgm:t>
    </dgm:pt>
    <dgm:pt modelId="{1F2B0BDC-D9DF-419C-BBB1-FEF9BB7A90A5}" type="parTrans" cxnId="{DC7CB787-0B6D-4F5C-B214-28EF3C143006}">
      <dgm:prSet/>
      <dgm:spPr/>
      <dgm:t>
        <a:bodyPr/>
        <a:lstStyle/>
        <a:p>
          <a:endParaRPr lang="en-IN"/>
        </a:p>
      </dgm:t>
    </dgm:pt>
    <dgm:pt modelId="{DF6CC177-C06F-4117-BBD4-BEB4F580040E}" type="sibTrans" cxnId="{DC7CB787-0B6D-4F5C-B214-28EF3C143006}">
      <dgm:prSet/>
      <dgm:spPr/>
      <dgm:t>
        <a:bodyPr/>
        <a:lstStyle/>
        <a:p>
          <a:endParaRPr lang="en-IN"/>
        </a:p>
      </dgm:t>
    </dgm:pt>
    <dgm:pt modelId="{E275476E-139E-458C-8112-D38D9C46DC91}">
      <dgm:prSet custT="1"/>
      <dgm:spPr/>
      <dgm:t>
        <a:bodyPr/>
        <a:lstStyle/>
        <a:p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Compare execution time and memory usage. </a:t>
          </a:r>
        </a:p>
      </dgm:t>
    </dgm:pt>
    <dgm:pt modelId="{FB79632D-455F-49B5-8B32-0BFD9C3EC438}" type="parTrans" cxnId="{891A2D90-24B2-4729-A5CE-C2087EB56767}">
      <dgm:prSet/>
      <dgm:spPr/>
      <dgm:t>
        <a:bodyPr/>
        <a:lstStyle/>
        <a:p>
          <a:endParaRPr lang="en-IN"/>
        </a:p>
      </dgm:t>
    </dgm:pt>
    <dgm:pt modelId="{413286FA-8EE5-4BC6-B4E9-7372E981E98C}" type="sibTrans" cxnId="{891A2D90-24B2-4729-A5CE-C2087EB56767}">
      <dgm:prSet/>
      <dgm:spPr/>
      <dgm:t>
        <a:bodyPr/>
        <a:lstStyle/>
        <a:p>
          <a:endParaRPr lang="en-IN"/>
        </a:p>
      </dgm:t>
    </dgm:pt>
    <dgm:pt modelId="{37FB8B72-D8BF-4ACB-A344-4CEE6DFAA7BA}">
      <dgm:prSet custT="1"/>
      <dgm:spPr/>
      <dgm:t>
        <a:bodyPr/>
        <a:lstStyle/>
        <a:p>
          <a:r>
            <a:rPr lang="en-IN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Analyze</a:t>
          </a:r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computational complexity.</a:t>
          </a:r>
        </a:p>
      </dgm:t>
    </dgm:pt>
    <dgm:pt modelId="{E34463F0-C89B-4F55-83FD-3AE67745C60A}" type="parTrans" cxnId="{2B2E21F1-4955-4D86-B51E-30C9396FE700}">
      <dgm:prSet/>
      <dgm:spPr/>
      <dgm:t>
        <a:bodyPr/>
        <a:lstStyle/>
        <a:p>
          <a:endParaRPr lang="en-IN"/>
        </a:p>
      </dgm:t>
    </dgm:pt>
    <dgm:pt modelId="{572BEFF8-EBDE-4BCA-906B-FCD66CD5D264}" type="sibTrans" cxnId="{2B2E21F1-4955-4D86-B51E-30C9396FE700}">
      <dgm:prSet/>
      <dgm:spPr/>
      <dgm:t>
        <a:bodyPr/>
        <a:lstStyle/>
        <a:p>
          <a:endParaRPr lang="en-IN"/>
        </a:p>
      </dgm:t>
    </dgm:pt>
    <dgm:pt modelId="{50136F0B-8C29-45D6-9BB2-8A2F68D8509A}" type="pres">
      <dgm:prSet presAssocID="{E1579BCF-FD1C-421E-B5B1-17DC2A641C2C}" presName="linear" presStyleCnt="0">
        <dgm:presLayoutVars>
          <dgm:animLvl val="lvl"/>
          <dgm:resizeHandles val="exact"/>
        </dgm:presLayoutVars>
      </dgm:prSet>
      <dgm:spPr/>
    </dgm:pt>
    <dgm:pt modelId="{1D953D04-218F-4987-8D32-E015CC2DD8F2}" type="pres">
      <dgm:prSet presAssocID="{73A27954-48B7-49F9-8C70-7C44216FE21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257BDCE-C6C1-46EE-9003-303CF43D5F8A}" type="pres">
      <dgm:prSet presAssocID="{694A0650-1B9B-4E64-B95B-B76CFE8F046E}" presName="spacer" presStyleCnt="0"/>
      <dgm:spPr/>
    </dgm:pt>
    <dgm:pt modelId="{CB2F0C58-0C85-479F-8EDD-EDAD3A4DA562}" type="pres">
      <dgm:prSet presAssocID="{2EB992F4-4669-43C4-8B94-A359EA375083}" presName="parentText" presStyleLbl="node1" presStyleIdx="1" presStyleCnt="6" custLinFactNeighborX="-518" custLinFactNeighborY="50577">
        <dgm:presLayoutVars>
          <dgm:chMax val="0"/>
          <dgm:bulletEnabled val="1"/>
        </dgm:presLayoutVars>
      </dgm:prSet>
      <dgm:spPr/>
    </dgm:pt>
    <dgm:pt modelId="{DE1242D2-76F7-4D1B-8B0A-9F65A83984BB}" type="pres">
      <dgm:prSet presAssocID="{76B38090-66FD-4036-AED6-95757210DD13}" presName="spacer" presStyleCnt="0"/>
      <dgm:spPr/>
    </dgm:pt>
    <dgm:pt modelId="{D5F626A4-DAA9-4EDB-A3F3-3D72BFBEAC3E}" type="pres">
      <dgm:prSet presAssocID="{39648B0D-1D72-445F-8D85-86FA8650C8E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FF4C78D-EFEB-4DFF-AF39-2D6B8DBF773E}" type="pres">
      <dgm:prSet presAssocID="{02782E62-E255-4FEB-AD61-6D587B63C320}" presName="spacer" presStyleCnt="0"/>
      <dgm:spPr/>
    </dgm:pt>
    <dgm:pt modelId="{EF141FAC-C66C-4A33-BC75-9DDDAF474EC2}" type="pres">
      <dgm:prSet presAssocID="{C0193FC8-A9BB-4943-99B8-29FE0D73448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2FDBE6E-1CE2-489E-B211-4C227FCB83B8}" type="pres">
      <dgm:prSet presAssocID="{DF6CC177-C06F-4117-BBD4-BEB4F580040E}" presName="spacer" presStyleCnt="0"/>
      <dgm:spPr/>
    </dgm:pt>
    <dgm:pt modelId="{4665FDB1-EB8F-479E-8890-76511E43155A}" type="pres">
      <dgm:prSet presAssocID="{E275476E-139E-458C-8112-D38D9C46DC9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72FDAF1-32FA-4156-9FE4-8DE035B4CA36}" type="pres">
      <dgm:prSet presAssocID="{413286FA-8EE5-4BC6-B4E9-7372E981E98C}" presName="spacer" presStyleCnt="0"/>
      <dgm:spPr/>
    </dgm:pt>
    <dgm:pt modelId="{2D141D7F-10FE-4976-80A7-EEF88170F4E1}" type="pres">
      <dgm:prSet presAssocID="{37FB8B72-D8BF-4ACB-A344-4CEE6DFAA7B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5298019-6FB0-4DDE-BDBE-F39A6BFCD1C8}" type="presOf" srcId="{C0193FC8-A9BB-4943-99B8-29FE0D73448E}" destId="{EF141FAC-C66C-4A33-BC75-9DDDAF474EC2}" srcOrd="0" destOrd="0" presId="urn:microsoft.com/office/officeart/2005/8/layout/vList2"/>
    <dgm:cxn modelId="{4DDDB71B-AAC8-4DCA-B0B2-7CAB9B123861}" type="presOf" srcId="{39648B0D-1D72-445F-8D85-86FA8650C8EF}" destId="{D5F626A4-DAA9-4EDB-A3F3-3D72BFBEAC3E}" srcOrd="0" destOrd="0" presId="urn:microsoft.com/office/officeart/2005/8/layout/vList2"/>
    <dgm:cxn modelId="{2BD4DA35-0EA8-416A-9AF0-139E02014B0A}" type="presOf" srcId="{37FB8B72-D8BF-4ACB-A344-4CEE6DFAA7BA}" destId="{2D141D7F-10FE-4976-80A7-EEF88170F4E1}" srcOrd="0" destOrd="0" presId="urn:microsoft.com/office/officeart/2005/8/layout/vList2"/>
    <dgm:cxn modelId="{B23F323C-60E8-4907-9883-DF0FEB12E815}" srcId="{E1579BCF-FD1C-421E-B5B1-17DC2A641C2C}" destId="{39648B0D-1D72-445F-8D85-86FA8650C8EF}" srcOrd="2" destOrd="0" parTransId="{3D8D7499-88DC-4054-B29C-D6864164193C}" sibTransId="{02782E62-E255-4FEB-AD61-6D587B63C320}"/>
    <dgm:cxn modelId="{8E762080-5638-42F1-A705-C1D5E17C8FB3}" srcId="{E1579BCF-FD1C-421E-B5B1-17DC2A641C2C}" destId="{2EB992F4-4669-43C4-8B94-A359EA375083}" srcOrd="1" destOrd="0" parTransId="{52DFF697-4007-4DF0-9A06-873E7F6F4086}" sibTransId="{76B38090-66FD-4036-AED6-95757210DD13}"/>
    <dgm:cxn modelId="{DC7CB787-0B6D-4F5C-B214-28EF3C143006}" srcId="{E1579BCF-FD1C-421E-B5B1-17DC2A641C2C}" destId="{C0193FC8-A9BB-4943-99B8-29FE0D73448E}" srcOrd="3" destOrd="0" parTransId="{1F2B0BDC-D9DF-419C-BBB1-FEF9BB7A90A5}" sibTransId="{DF6CC177-C06F-4117-BBD4-BEB4F580040E}"/>
    <dgm:cxn modelId="{891A2D90-24B2-4729-A5CE-C2087EB56767}" srcId="{E1579BCF-FD1C-421E-B5B1-17DC2A641C2C}" destId="{E275476E-139E-458C-8112-D38D9C46DC91}" srcOrd="4" destOrd="0" parTransId="{FB79632D-455F-49B5-8B32-0BFD9C3EC438}" sibTransId="{413286FA-8EE5-4BC6-B4E9-7372E981E98C}"/>
    <dgm:cxn modelId="{E0F658D0-CA82-4E8A-B1E3-F2DA403B3D0B}" type="presOf" srcId="{2EB992F4-4669-43C4-8B94-A359EA375083}" destId="{CB2F0C58-0C85-479F-8EDD-EDAD3A4DA562}" srcOrd="0" destOrd="0" presId="urn:microsoft.com/office/officeart/2005/8/layout/vList2"/>
    <dgm:cxn modelId="{8F2775DE-B870-40E2-8D83-47452FE9599D}" type="presOf" srcId="{E275476E-139E-458C-8112-D38D9C46DC91}" destId="{4665FDB1-EB8F-479E-8890-76511E43155A}" srcOrd="0" destOrd="0" presId="urn:microsoft.com/office/officeart/2005/8/layout/vList2"/>
    <dgm:cxn modelId="{DAF6BEE1-1DDD-4922-9ACE-0A5EAF79037D}" type="presOf" srcId="{73A27954-48B7-49F9-8C70-7C44216FE21C}" destId="{1D953D04-218F-4987-8D32-E015CC2DD8F2}" srcOrd="0" destOrd="0" presId="urn:microsoft.com/office/officeart/2005/8/layout/vList2"/>
    <dgm:cxn modelId="{793D03E5-2E5A-4F05-96CC-AA33066FB89C}" type="presOf" srcId="{E1579BCF-FD1C-421E-B5B1-17DC2A641C2C}" destId="{50136F0B-8C29-45D6-9BB2-8A2F68D8509A}" srcOrd="0" destOrd="0" presId="urn:microsoft.com/office/officeart/2005/8/layout/vList2"/>
    <dgm:cxn modelId="{B19DF0EF-095A-4DAE-8A8F-14BEC77D44D7}" srcId="{E1579BCF-FD1C-421E-B5B1-17DC2A641C2C}" destId="{73A27954-48B7-49F9-8C70-7C44216FE21C}" srcOrd="0" destOrd="0" parTransId="{8B029F36-3DAF-4657-BE81-BA6D55415A87}" sibTransId="{694A0650-1B9B-4E64-B95B-B76CFE8F046E}"/>
    <dgm:cxn modelId="{2B2E21F1-4955-4D86-B51E-30C9396FE700}" srcId="{E1579BCF-FD1C-421E-B5B1-17DC2A641C2C}" destId="{37FB8B72-D8BF-4ACB-A344-4CEE6DFAA7BA}" srcOrd="5" destOrd="0" parTransId="{E34463F0-C89B-4F55-83FD-3AE67745C60A}" sibTransId="{572BEFF8-EBDE-4BCA-906B-FCD66CD5D264}"/>
    <dgm:cxn modelId="{21C80994-13EF-4DEE-810F-918BA5BCB12C}" type="presParOf" srcId="{50136F0B-8C29-45D6-9BB2-8A2F68D8509A}" destId="{1D953D04-218F-4987-8D32-E015CC2DD8F2}" srcOrd="0" destOrd="0" presId="urn:microsoft.com/office/officeart/2005/8/layout/vList2"/>
    <dgm:cxn modelId="{01467657-10D2-47A6-A12B-38D284769464}" type="presParOf" srcId="{50136F0B-8C29-45D6-9BB2-8A2F68D8509A}" destId="{E257BDCE-C6C1-46EE-9003-303CF43D5F8A}" srcOrd="1" destOrd="0" presId="urn:microsoft.com/office/officeart/2005/8/layout/vList2"/>
    <dgm:cxn modelId="{469056FE-B33E-431D-9E7F-5BE5DB665BC7}" type="presParOf" srcId="{50136F0B-8C29-45D6-9BB2-8A2F68D8509A}" destId="{CB2F0C58-0C85-479F-8EDD-EDAD3A4DA562}" srcOrd="2" destOrd="0" presId="urn:microsoft.com/office/officeart/2005/8/layout/vList2"/>
    <dgm:cxn modelId="{84611F4B-8F80-410F-B768-2E9682F66D84}" type="presParOf" srcId="{50136F0B-8C29-45D6-9BB2-8A2F68D8509A}" destId="{DE1242D2-76F7-4D1B-8B0A-9F65A83984BB}" srcOrd="3" destOrd="0" presId="urn:microsoft.com/office/officeart/2005/8/layout/vList2"/>
    <dgm:cxn modelId="{78C218F0-F66F-4789-BCAC-563D71F007FD}" type="presParOf" srcId="{50136F0B-8C29-45D6-9BB2-8A2F68D8509A}" destId="{D5F626A4-DAA9-4EDB-A3F3-3D72BFBEAC3E}" srcOrd="4" destOrd="0" presId="urn:microsoft.com/office/officeart/2005/8/layout/vList2"/>
    <dgm:cxn modelId="{D032BD6E-21DF-4F89-ABCC-1DA6A5CBF885}" type="presParOf" srcId="{50136F0B-8C29-45D6-9BB2-8A2F68D8509A}" destId="{DFF4C78D-EFEB-4DFF-AF39-2D6B8DBF773E}" srcOrd="5" destOrd="0" presId="urn:microsoft.com/office/officeart/2005/8/layout/vList2"/>
    <dgm:cxn modelId="{6909711D-72F0-4B0E-AF0B-B8392A51C64C}" type="presParOf" srcId="{50136F0B-8C29-45D6-9BB2-8A2F68D8509A}" destId="{EF141FAC-C66C-4A33-BC75-9DDDAF474EC2}" srcOrd="6" destOrd="0" presId="urn:microsoft.com/office/officeart/2005/8/layout/vList2"/>
    <dgm:cxn modelId="{97F83F22-C4EF-457C-AFDA-119398C4ACDE}" type="presParOf" srcId="{50136F0B-8C29-45D6-9BB2-8A2F68D8509A}" destId="{42FDBE6E-1CE2-489E-B211-4C227FCB83B8}" srcOrd="7" destOrd="0" presId="urn:microsoft.com/office/officeart/2005/8/layout/vList2"/>
    <dgm:cxn modelId="{A7658D07-73C4-46B3-A68C-C171A802B5FD}" type="presParOf" srcId="{50136F0B-8C29-45D6-9BB2-8A2F68D8509A}" destId="{4665FDB1-EB8F-479E-8890-76511E43155A}" srcOrd="8" destOrd="0" presId="urn:microsoft.com/office/officeart/2005/8/layout/vList2"/>
    <dgm:cxn modelId="{BB0B0416-EBEA-4476-AAB9-A093D59A847C}" type="presParOf" srcId="{50136F0B-8C29-45D6-9BB2-8A2F68D8509A}" destId="{672FDAF1-32FA-4156-9FE4-8DE035B4CA36}" srcOrd="9" destOrd="0" presId="urn:microsoft.com/office/officeart/2005/8/layout/vList2"/>
    <dgm:cxn modelId="{B70C8E3A-B6D6-42BD-AF01-B023C5C753CF}" type="presParOf" srcId="{50136F0B-8C29-45D6-9BB2-8A2F68D8509A}" destId="{2D141D7F-10FE-4976-80A7-EEF88170F4E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90C367-BA97-487E-8860-96348F7F32E0}" type="doc">
      <dgm:prSet loTypeId="urn:microsoft.com/office/officeart/2005/8/layout/venn1" loCatId="relationship" qsTypeId="urn:microsoft.com/office/officeart/2005/8/quickstyle/simple1#3" qsCatId="simple" csTypeId="urn:microsoft.com/office/officeart/2005/8/colors/colorful1#1" csCatId="colorful"/>
      <dgm:spPr/>
      <dgm:t>
        <a:bodyPr/>
        <a:lstStyle/>
        <a:p>
          <a:endParaRPr lang="en-IN"/>
        </a:p>
      </dgm:t>
    </dgm:pt>
    <dgm:pt modelId="{19899F64-5B2C-4B4F-BCEB-7CA70935893A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AI-assisted algorithm selection. </a:t>
          </a:r>
        </a:p>
      </dgm:t>
    </dgm:pt>
    <dgm:pt modelId="{99B0F3BA-686A-4FDF-AF5F-C2246F4B1FB3}" type="parTrans" cxnId="{B7013897-34F2-4BEF-B24C-776428956A9B}">
      <dgm:prSet/>
      <dgm:spPr/>
      <dgm:t>
        <a:bodyPr/>
        <a:lstStyle/>
        <a:p>
          <a:endParaRPr lang="en-IN"/>
        </a:p>
      </dgm:t>
    </dgm:pt>
    <dgm:pt modelId="{CEB2F7E2-0E09-4B47-BCC8-587BF54AD544}" type="sibTrans" cxnId="{B7013897-34F2-4BEF-B24C-776428956A9B}">
      <dgm:prSet/>
      <dgm:spPr/>
      <dgm:t>
        <a:bodyPr/>
        <a:lstStyle/>
        <a:p>
          <a:endParaRPr lang="en-IN"/>
        </a:p>
      </dgm:t>
    </dgm:pt>
    <dgm:pt modelId="{7AB76B8C-E851-497C-8E87-D585A6B3B6C7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Cloud-based computation. </a:t>
          </a:r>
        </a:p>
      </dgm:t>
    </dgm:pt>
    <dgm:pt modelId="{90935AAD-90A3-4993-A665-17DE0F0C2BB3}" type="parTrans" cxnId="{DB1F4FE7-9B57-475E-AB03-AC09F4E884D7}">
      <dgm:prSet/>
      <dgm:spPr/>
      <dgm:t>
        <a:bodyPr/>
        <a:lstStyle/>
        <a:p>
          <a:endParaRPr lang="en-IN"/>
        </a:p>
      </dgm:t>
    </dgm:pt>
    <dgm:pt modelId="{825B275D-1FDA-4CC3-BE4B-961E55BDDADD}" type="sibTrans" cxnId="{DB1F4FE7-9B57-475E-AB03-AC09F4E884D7}">
      <dgm:prSet/>
      <dgm:spPr/>
      <dgm:t>
        <a:bodyPr/>
        <a:lstStyle/>
        <a:p>
          <a:endParaRPr lang="en-IN"/>
        </a:p>
      </dgm:t>
    </dgm:pt>
    <dgm:pt modelId="{404F2F83-14D4-4166-B2B7-58510A2E6678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Parallel processing implementation. </a:t>
          </a:r>
        </a:p>
      </dgm:t>
    </dgm:pt>
    <dgm:pt modelId="{4EC62F90-4007-47E0-A3A2-03977868ADEE}" type="parTrans" cxnId="{8D34EBAD-17AD-4F1B-B0F1-BFEC6371BD05}">
      <dgm:prSet/>
      <dgm:spPr/>
      <dgm:t>
        <a:bodyPr/>
        <a:lstStyle/>
        <a:p>
          <a:endParaRPr lang="en-IN"/>
        </a:p>
      </dgm:t>
    </dgm:pt>
    <dgm:pt modelId="{E02126A5-64A6-4750-B18B-D86E85A1A7B6}" type="sibTrans" cxnId="{8D34EBAD-17AD-4F1B-B0F1-BFEC6371BD05}">
      <dgm:prSet/>
      <dgm:spPr/>
      <dgm:t>
        <a:bodyPr/>
        <a:lstStyle/>
        <a:p>
          <a:endParaRPr lang="en-IN"/>
        </a:p>
      </dgm:t>
    </dgm:pt>
    <dgm:pt modelId="{2E949A2C-FE36-4797-86B0-6097A66BD49F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Support for additional NP-Hard problems. </a:t>
          </a:r>
        </a:p>
      </dgm:t>
    </dgm:pt>
    <dgm:pt modelId="{E20E5CC3-DE2B-43BA-AACC-22AD2F5AB402}" type="parTrans" cxnId="{66C1429A-443E-4CD8-A273-16B4550408BC}">
      <dgm:prSet/>
      <dgm:spPr/>
      <dgm:t>
        <a:bodyPr/>
        <a:lstStyle/>
        <a:p>
          <a:endParaRPr lang="en-IN"/>
        </a:p>
      </dgm:t>
    </dgm:pt>
    <dgm:pt modelId="{F7114E08-C359-44B3-B986-F6A160242338}" type="sibTrans" cxnId="{66C1429A-443E-4CD8-A273-16B4550408BC}">
      <dgm:prSet/>
      <dgm:spPr/>
      <dgm:t>
        <a:bodyPr/>
        <a:lstStyle/>
        <a:p>
          <a:endParaRPr lang="en-IN"/>
        </a:p>
      </dgm:t>
    </dgm:pt>
    <dgm:pt modelId="{99CA81CE-76F1-4618-BA6A-41681C0F9D31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Real-time visualization. </a:t>
          </a:r>
        </a:p>
      </dgm:t>
    </dgm:pt>
    <dgm:pt modelId="{E030A28A-62ED-4DC4-8A6C-3613EE9BEB8D}" type="parTrans" cxnId="{2E57DF62-1E43-4D88-81C3-365683FF20DA}">
      <dgm:prSet/>
      <dgm:spPr/>
      <dgm:t>
        <a:bodyPr/>
        <a:lstStyle/>
        <a:p>
          <a:endParaRPr lang="en-IN"/>
        </a:p>
      </dgm:t>
    </dgm:pt>
    <dgm:pt modelId="{0F1B62DE-023C-431A-9E07-57D94A7655D8}" type="sibTrans" cxnId="{2E57DF62-1E43-4D88-81C3-365683FF20DA}">
      <dgm:prSet/>
      <dgm:spPr/>
      <dgm:t>
        <a:bodyPr/>
        <a:lstStyle/>
        <a:p>
          <a:endParaRPr lang="en-IN"/>
        </a:p>
      </dgm:t>
    </dgm:pt>
    <dgm:pt modelId="{36956CE2-1180-4E0B-9470-16BE9353D9CB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Learning–based optimization.</a:t>
          </a:r>
        </a:p>
      </dgm:t>
    </dgm:pt>
    <dgm:pt modelId="{3B1371E4-D33D-4D64-9B32-80143C27A1C3}" type="parTrans" cxnId="{E5158073-CE38-4507-ACF9-061BA63AEE89}">
      <dgm:prSet/>
      <dgm:spPr/>
      <dgm:t>
        <a:bodyPr/>
        <a:lstStyle/>
        <a:p>
          <a:endParaRPr lang="en-IN"/>
        </a:p>
      </dgm:t>
    </dgm:pt>
    <dgm:pt modelId="{B2E64D4E-A872-488E-BBC8-3F3084928B24}" type="sibTrans" cxnId="{E5158073-CE38-4507-ACF9-061BA63AEE89}">
      <dgm:prSet/>
      <dgm:spPr/>
      <dgm:t>
        <a:bodyPr/>
        <a:lstStyle/>
        <a:p>
          <a:endParaRPr lang="en-IN"/>
        </a:p>
      </dgm:t>
    </dgm:pt>
    <dgm:pt modelId="{651656BC-B897-402B-9D73-C3445B0D5918}" type="pres">
      <dgm:prSet presAssocID="{9090C367-BA97-487E-8860-96348F7F32E0}" presName="compositeShape" presStyleCnt="0">
        <dgm:presLayoutVars>
          <dgm:chMax val="7"/>
          <dgm:dir/>
          <dgm:resizeHandles val="exact"/>
        </dgm:presLayoutVars>
      </dgm:prSet>
      <dgm:spPr/>
    </dgm:pt>
    <dgm:pt modelId="{9D9E78D4-B8C3-4017-A8F2-79C25A09261B}" type="pres">
      <dgm:prSet presAssocID="{19899F64-5B2C-4B4F-BCEB-7CA70935893A}" presName="circ1" presStyleLbl="vennNode1" presStyleIdx="0" presStyleCnt="6"/>
      <dgm:spPr/>
    </dgm:pt>
    <dgm:pt modelId="{F33DCDDC-D147-47EA-9068-1015DE5DDD22}" type="pres">
      <dgm:prSet presAssocID="{19899F64-5B2C-4B4F-BCEB-7CA70935893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E29758E-35D4-4574-9062-43374B55ABC5}" type="pres">
      <dgm:prSet presAssocID="{7AB76B8C-E851-497C-8E87-D585A6B3B6C7}" presName="circ2" presStyleLbl="vennNode1" presStyleIdx="1" presStyleCnt="6"/>
      <dgm:spPr/>
    </dgm:pt>
    <dgm:pt modelId="{FFA3C507-455C-4F1F-A4D0-AB3D79DD0E22}" type="pres">
      <dgm:prSet presAssocID="{7AB76B8C-E851-497C-8E87-D585A6B3B6C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7B563EA-3FAC-402A-874D-5860CC2B8E29}" type="pres">
      <dgm:prSet presAssocID="{404F2F83-14D4-4166-B2B7-58510A2E6678}" presName="circ3" presStyleLbl="vennNode1" presStyleIdx="2" presStyleCnt="6"/>
      <dgm:spPr/>
    </dgm:pt>
    <dgm:pt modelId="{5C6A1D31-0387-4019-AAB2-078F5AABC39C}" type="pres">
      <dgm:prSet presAssocID="{404F2F83-14D4-4166-B2B7-58510A2E667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7EF89BC-1694-4E8D-8AAB-D766F49CB724}" type="pres">
      <dgm:prSet presAssocID="{2E949A2C-FE36-4797-86B0-6097A66BD49F}" presName="circ4" presStyleLbl="vennNode1" presStyleIdx="3" presStyleCnt="6"/>
      <dgm:spPr/>
    </dgm:pt>
    <dgm:pt modelId="{FC5E93D2-2A46-49F2-ABDD-4E104C349B14}" type="pres">
      <dgm:prSet presAssocID="{2E949A2C-FE36-4797-86B0-6097A66BD49F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0471696-F609-4C3F-A00B-3A578C625BFF}" type="pres">
      <dgm:prSet presAssocID="{99CA81CE-76F1-4618-BA6A-41681C0F9D31}" presName="circ5" presStyleLbl="vennNode1" presStyleIdx="4" presStyleCnt="6"/>
      <dgm:spPr/>
    </dgm:pt>
    <dgm:pt modelId="{6F7C0D0E-C8D6-40D8-833B-872B2AD70A1B}" type="pres">
      <dgm:prSet presAssocID="{99CA81CE-76F1-4618-BA6A-41681C0F9D31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06A9C33-700B-4961-91E3-E137833FE63B}" type="pres">
      <dgm:prSet presAssocID="{36956CE2-1180-4E0B-9470-16BE9353D9CB}" presName="circ6" presStyleLbl="vennNode1" presStyleIdx="5" presStyleCnt="6"/>
      <dgm:spPr/>
    </dgm:pt>
    <dgm:pt modelId="{89499CAB-384B-4D2F-B3BA-145F3095705E}" type="pres">
      <dgm:prSet presAssocID="{36956CE2-1180-4E0B-9470-16BE9353D9CB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902BD0B-201F-4DE5-934E-D77259F5BEAE}" type="presOf" srcId="{2E949A2C-FE36-4797-86B0-6097A66BD49F}" destId="{FC5E93D2-2A46-49F2-ABDD-4E104C349B14}" srcOrd="0" destOrd="0" presId="urn:microsoft.com/office/officeart/2005/8/layout/venn1"/>
    <dgm:cxn modelId="{B182B70D-57DD-4CC0-A531-A73D40C50CDD}" type="presOf" srcId="{404F2F83-14D4-4166-B2B7-58510A2E6678}" destId="{5C6A1D31-0387-4019-AAB2-078F5AABC39C}" srcOrd="0" destOrd="0" presId="urn:microsoft.com/office/officeart/2005/8/layout/venn1"/>
    <dgm:cxn modelId="{AA14471A-82B8-422C-943B-B3E959B31016}" type="presOf" srcId="{99CA81CE-76F1-4618-BA6A-41681C0F9D31}" destId="{6F7C0D0E-C8D6-40D8-833B-872B2AD70A1B}" srcOrd="0" destOrd="0" presId="urn:microsoft.com/office/officeart/2005/8/layout/venn1"/>
    <dgm:cxn modelId="{80E3B32A-9981-4486-95F4-283C9997A70D}" type="presOf" srcId="{36956CE2-1180-4E0B-9470-16BE9353D9CB}" destId="{89499CAB-384B-4D2F-B3BA-145F3095705E}" srcOrd="0" destOrd="0" presId="urn:microsoft.com/office/officeart/2005/8/layout/venn1"/>
    <dgm:cxn modelId="{2E57DF62-1E43-4D88-81C3-365683FF20DA}" srcId="{9090C367-BA97-487E-8860-96348F7F32E0}" destId="{99CA81CE-76F1-4618-BA6A-41681C0F9D31}" srcOrd="4" destOrd="0" parTransId="{E030A28A-62ED-4DC4-8A6C-3613EE9BEB8D}" sibTransId="{0F1B62DE-023C-431A-9E07-57D94A7655D8}"/>
    <dgm:cxn modelId="{E5158073-CE38-4507-ACF9-061BA63AEE89}" srcId="{9090C367-BA97-487E-8860-96348F7F32E0}" destId="{36956CE2-1180-4E0B-9470-16BE9353D9CB}" srcOrd="5" destOrd="0" parTransId="{3B1371E4-D33D-4D64-9B32-80143C27A1C3}" sibTransId="{B2E64D4E-A872-488E-BBC8-3F3084928B24}"/>
    <dgm:cxn modelId="{B7013897-34F2-4BEF-B24C-776428956A9B}" srcId="{9090C367-BA97-487E-8860-96348F7F32E0}" destId="{19899F64-5B2C-4B4F-BCEB-7CA70935893A}" srcOrd="0" destOrd="0" parTransId="{99B0F3BA-686A-4FDF-AF5F-C2246F4B1FB3}" sibTransId="{CEB2F7E2-0E09-4B47-BCC8-587BF54AD544}"/>
    <dgm:cxn modelId="{73CCD297-62C7-407E-ACA7-7F36E86C2ADC}" type="presOf" srcId="{19899F64-5B2C-4B4F-BCEB-7CA70935893A}" destId="{F33DCDDC-D147-47EA-9068-1015DE5DDD22}" srcOrd="0" destOrd="0" presId="urn:microsoft.com/office/officeart/2005/8/layout/venn1"/>
    <dgm:cxn modelId="{66C1429A-443E-4CD8-A273-16B4550408BC}" srcId="{9090C367-BA97-487E-8860-96348F7F32E0}" destId="{2E949A2C-FE36-4797-86B0-6097A66BD49F}" srcOrd="3" destOrd="0" parTransId="{E20E5CC3-DE2B-43BA-AACC-22AD2F5AB402}" sibTransId="{F7114E08-C359-44B3-B986-F6A160242338}"/>
    <dgm:cxn modelId="{8D34EBAD-17AD-4F1B-B0F1-BFEC6371BD05}" srcId="{9090C367-BA97-487E-8860-96348F7F32E0}" destId="{404F2F83-14D4-4166-B2B7-58510A2E6678}" srcOrd="2" destOrd="0" parTransId="{4EC62F90-4007-47E0-A3A2-03977868ADEE}" sibTransId="{E02126A5-64A6-4750-B18B-D86E85A1A7B6}"/>
    <dgm:cxn modelId="{DB1F4FE7-9B57-475E-AB03-AC09F4E884D7}" srcId="{9090C367-BA97-487E-8860-96348F7F32E0}" destId="{7AB76B8C-E851-497C-8E87-D585A6B3B6C7}" srcOrd="1" destOrd="0" parTransId="{90935AAD-90A3-4993-A665-17DE0F0C2BB3}" sibTransId="{825B275D-1FDA-4CC3-BE4B-961E55BDDADD}"/>
    <dgm:cxn modelId="{1695E0E9-48D5-4ADE-BE4C-4F3E3EAB73AE}" type="presOf" srcId="{9090C367-BA97-487E-8860-96348F7F32E0}" destId="{651656BC-B897-402B-9D73-C3445B0D5918}" srcOrd="0" destOrd="0" presId="urn:microsoft.com/office/officeart/2005/8/layout/venn1"/>
    <dgm:cxn modelId="{3FE534EB-77E0-400C-AE38-C2C6C9102DF1}" type="presOf" srcId="{7AB76B8C-E851-497C-8E87-D585A6B3B6C7}" destId="{FFA3C507-455C-4F1F-A4D0-AB3D79DD0E22}" srcOrd="0" destOrd="0" presId="urn:microsoft.com/office/officeart/2005/8/layout/venn1"/>
    <dgm:cxn modelId="{1D15F521-9B41-4666-BEF9-27E5B1795213}" type="presParOf" srcId="{651656BC-B897-402B-9D73-C3445B0D5918}" destId="{9D9E78D4-B8C3-4017-A8F2-79C25A09261B}" srcOrd="0" destOrd="0" presId="urn:microsoft.com/office/officeart/2005/8/layout/venn1"/>
    <dgm:cxn modelId="{147A1FBA-3192-46A7-9A48-9414186F3879}" type="presParOf" srcId="{651656BC-B897-402B-9D73-C3445B0D5918}" destId="{F33DCDDC-D147-47EA-9068-1015DE5DDD22}" srcOrd="1" destOrd="0" presId="urn:microsoft.com/office/officeart/2005/8/layout/venn1"/>
    <dgm:cxn modelId="{63933D11-CA9E-44FA-AA01-4783D3D833CD}" type="presParOf" srcId="{651656BC-B897-402B-9D73-C3445B0D5918}" destId="{FE29758E-35D4-4574-9062-43374B55ABC5}" srcOrd="2" destOrd="0" presId="urn:microsoft.com/office/officeart/2005/8/layout/venn1"/>
    <dgm:cxn modelId="{1D823ECA-6544-4429-B533-339BB05D439F}" type="presParOf" srcId="{651656BC-B897-402B-9D73-C3445B0D5918}" destId="{FFA3C507-455C-4F1F-A4D0-AB3D79DD0E22}" srcOrd="3" destOrd="0" presId="urn:microsoft.com/office/officeart/2005/8/layout/venn1"/>
    <dgm:cxn modelId="{98975233-8AD3-4455-80C5-D9EDA02A529F}" type="presParOf" srcId="{651656BC-B897-402B-9D73-C3445B0D5918}" destId="{A7B563EA-3FAC-402A-874D-5860CC2B8E29}" srcOrd="4" destOrd="0" presId="urn:microsoft.com/office/officeart/2005/8/layout/venn1"/>
    <dgm:cxn modelId="{193A4949-6159-4DE4-93DB-6A2FBD4FD51D}" type="presParOf" srcId="{651656BC-B897-402B-9D73-C3445B0D5918}" destId="{5C6A1D31-0387-4019-AAB2-078F5AABC39C}" srcOrd="5" destOrd="0" presId="urn:microsoft.com/office/officeart/2005/8/layout/venn1"/>
    <dgm:cxn modelId="{EDD8FE7A-C9CA-4D59-BC84-72719A794C9C}" type="presParOf" srcId="{651656BC-B897-402B-9D73-C3445B0D5918}" destId="{E7EF89BC-1694-4E8D-8AAB-D766F49CB724}" srcOrd="6" destOrd="0" presId="urn:microsoft.com/office/officeart/2005/8/layout/venn1"/>
    <dgm:cxn modelId="{9FA3286C-B1C3-4EF6-B5B0-3CDC1635C4A9}" type="presParOf" srcId="{651656BC-B897-402B-9D73-C3445B0D5918}" destId="{FC5E93D2-2A46-49F2-ABDD-4E104C349B14}" srcOrd="7" destOrd="0" presId="urn:microsoft.com/office/officeart/2005/8/layout/venn1"/>
    <dgm:cxn modelId="{C2878FF5-6986-4769-95A9-ED2ACA5D57DA}" type="presParOf" srcId="{651656BC-B897-402B-9D73-C3445B0D5918}" destId="{60471696-F609-4C3F-A00B-3A578C625BFF}" srcOrd="8" destOrd="0" presId="urn:microsoft.com/office/officeart/2005/8/layout/venn1"/>
    <dgm:cxn modelId="{C4C49AFF-61E8-4CEF-8E71-F45C8078A670}" type="presParOf" srcId="{651656BC-B897-402B-9D73-C3445B0D5918}" destId="{6F7C0D0E-C8D6-40D8-833B-872B2AD70A1B}" srcOrd="9" destOrd="0" presId="urn:microsoft.com/office/officeart/2005/8/layout/venn1"/>
    <dgm:cxn modelId="{58F37548-649A-4168-9427-96DE84E9D8CF}" type="presParOf" srcId="{651656BC-B897-402B-9D73-C3445B0D5918}" destId="{206A9C33-700B-4961-91E3-E137833FE63B}" srcOrd="10" destOrd="0" presId="urn:microsoft.com/office/officeart/2005/8/layout/venn1"/>
    <dgm:cxn modelId="{7D180D77-65D6-4F0F-AB8C-067EFD42DCC1}" type="presParOf" srcId="{651656BC-B897-402B-9D73-C3445B0D5918}" destId="{89499CAB-384B-4D2F-B3BA-145F3095705E}" srcOrd="11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9551C-5E35-4338-BD6C-A9994119E1D4}">
      <dsp:nvSpPr>
        <dsp:cNvPr id="0" name=""/>
        <dsp:cNvSpPr/>
      </dsp:nvSpPr>
      <dsp:spPr>
        <a:xfrm>
          <a:off x="0" y="35131"/>
          <a:ext cx="10515600" cy="992160"/>
        </a:xfrm>
        <a:prstGeom prst="round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Many NP-Complete problems become computationally expensive as input size increases.</a:t>
          </a:r>
        </a:p>
      </dsp:txBody>
      <dsp:txXfrm>
        <a:off x="48433" y="83564"/>
        <a:ext cx="10418734" cy="895294"/>
      </dsp:txXfrm>
    </dsp:sp>
    <dsp:sp modelId="{DD5BDE69-4641-4001-AD4D-6DBD644E6EBD}">
      <dsp:nvSpPr>
        <dsp:cNvPr id="0" name=""/>
        <dsp:cNvSpPr/>
      </dsp:nvSpPr>
      <dsp:spPr>
        <a:xfrm>
          <a:off x="0" y="1179931"/>
          <a:ext cx="10515600" cy="992160"/>
        </a:xfrm>
        <a:prstGeom prst="roundRect">
          <a:avLst/>
        </a:prstGeom>
        <a:solidFill>
          <a:schemeClr val="accent4">
            <a:shade val="80000"/>
            <a:hueOff val="264123"/>
            <a:satOff val="-15129"/>
            <a:lumOff val="167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Existing tools often: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8433" y="1228364"/>
        <a:ext cx="10418734" cy="895294"/>
      </dsp:txXfrm>
    </dsp:sp>
    <dsp:sp modelId="{CFD284D8-6EDD-472C-854C-9271ABB90D2F}">
      <dsp:nvSpPr>
        <dsp:cNvPr id="0" name=""/>
        <dsp:cNvSpPr/>
      </dsp:nvSpPr>
      <dsp:spPr>
        <a:xfrm>
          <a:off x="0" y="2172091"/>
          <a:ext cx="10515600" cy="11519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 not clearly visualize algorithm execution.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Lack performance comparison.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 limited educational understanding. </a:t>
          </a:r>
        </a:p>
      </dsp:txBody>
      <dsp:txXfrm>
        <a:off x="0" y="2172091"/>
        <a:ext cx="10515600" cy="1151955"/>
      </dsp:txXfrm>
    </dsp:sp>
    <dsp:sp modelId="{85628352-3EB2-4169-85A2-F2DA59E37CF0}">
      <dsp:nvSpPr>
        <dsp:cNvPr id="0" name=""/>
        <dsp:cNvSpPr/>
      </dsp:nvSpPr>
      <dsp:spPr>
        <a:xfrm>
          <a:off x="0" y="3324046"/>
          <a:ext cx="10515600" cy="992160"/>
        </a:xfrm>
        <a:prstGeom prst="roundRect">
          <a:avLst/>
        </a:prstGeom>
        <a:solidFill>
          <a:schemeClr val="accent4">
            <a:shade val="80000"/>
            <a:hueOff val="528246"/>
            <a:satOff val="-30258"/>
            <a:lumOff val="335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project develops a visual solver that demonstrates algorithm execution while evaluating efficiency.</a:t>
          </a:r>
        </a:p>
      </dsp:txBody>
      <dsp:txXfrm>
        <a:off x="48433" y="3372479"/>
        <a:ext cx="10418734" cy="8952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53D04-218F-4987-8D32-E015CC2DD8F2}">
      <dsp:nvSpPr>
        <dsp:cNvPr id="0" name=""/>
        <dsp:cNvSpPr/>
      </dsp:nvSpPr>
      <dsp:spPr>
        <a:xfrm>
          <a:off x="0" y="21429"/>
          <a:ext cx="6339347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Accept different NP-Complete problem inputs. </a:t>
          </a:r>
        </a:p>
      </dsp:txBody>
      <dsp:txXfrm>
        <a:off x="31070" y="52499"/>
        <a:ext cx="6277207" cy="574340"/>
      </dsp:txXfrm>
    </dsp:sp>
    <dsp:sp modelId="{CB2F0C58-0C85-479F-8EDD-EDAD3A4DA562}">
      <dsp:nvSpPr>
        <dsp:cNvPr id="0" name=""/>
        <dsp:cNvSpPr/>
      </dsp:nvSpPr>
      <dsp:spPr>
        <a:xfrm>
          <a:off x="0" y="805353"/>
          <a:ext cx="6339347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Validate and preprocess datasets. </a:t>
          </a:r>
        </a:p>
      </dsp:txBody>
      <dsp:txXfrm>
        <a:off x="31070" y="836423"/>
        <a:ext cx="6277207" cy="574340"/>
      </dsp:txXfrm>
    </dsp:sp>
    <dsp:sp modelId="{D5F626A4-DAA9-4EDB-A3F3-3D72BFBEAC3E}">
      <dsp:nvSpPr>
        <dsp:cNvPr id="0" name=""/>
        <dsp:cNvSpPr/>
      </dsp:nvSpPr>
      <dsp:spPr>
        <a:xfrm>
          <a:off x="0" y="1490228"/>
          <a:ext cx="6339347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Solve problems using efficient algorithms. </a:t>
          </a:r>
        </a:p>
      </dsp:txBody>
      <dsp:txXfrm>
        <a:off x="31070" y="1521298"/>
        <a:ext cx="6277207" cy="574340"/>
      </dsp:txXfrm>
    </dsp:sp>
    <dsp:sp modelId="{EF141FAC-C66C-4A33-BC75-9DDDAF474EC2}">
      <dsp:nvSpPr>
        <dsp:cNvPr id="0" name=""/>
        <dsp:cNvSpPr/>
      </dsp:nvSpPr>
      <dsp:spPr>
        <a:xfrm>
          <a:off x="0" y="2224629"/>
          <a:ext cx="6339347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Visualize execution steps. </a:t>
          </a:r>
        </a:p>
      </dsp:txBody>
      <dsp:txXfrm>
        <a:off x="31070" y="2255699"/>
        <a:ext cx="6277207" cy="574340"/>
      </dsp:txXfrm>
    </dsp:sp>
    <dsp:sp modelId="{4665FDB1-EB8F-479E-8890-76511E43155A}">
      <dsp:nvSpPr>
        <dsp:cNvPr id="0" name=""/>
        <dsp:cNvSpPr/>
      </dsp:nvSpPr>
      <dsp:spPr>
        <a:xfrm>
          <a:off x="0" y="2959028"/>
          <a:ext cx="6339347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Compare execution time and memory usage. </a:t>
          </a:r>
        </a:p>
      </dsp:txBody>
      <dsp:txXfrm>
        <a:off x="31070" y="2990098"/>
        <a:ext cx="6277207" cy="574340"/>
      </dsp:txXfrm>
    </dsp:sp>
    <dsp:sp modelId="{2D141D7F-10FE-4976-80A7-EEF88170F4E1}">
      <dsp:nvSpPr>
        <dsp:cNvPr id="0" name=""/>
        <dsp:cNvSpPr/>
      </dsp:nvSpPr>
      <dsp:spPr>
        <a:xfrm>
          <a:off x="0" y="3693429"/>
          <a:ext cx="6339347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Analyze</a:t>
          </a: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computational complexity.</a:t>
          </a:r>
        </a:p>
      </dsp:txBody>
      <dsp:txXfrm>
        <a:off x="31070" y="3724499"/>
        <a:ext cx="6277207" cy="5743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E78D4-B8C3-4017-A8F2-79C25A09261B}">
      <dsp:nvSpPr>
        <dsp:cNvPr id="0" name=""/>
        <dsp:cNvSpPr/>
      </dsp:nvSpPr>
      <dsp:spPr>
        <a:xfrm>
          <a:off x="4586823" y="1001678"/>
          <a:ext cx="1341952" cy="1341952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33DCDDC-D147-47EA-9068-1015DE5DDD22}">
      <dsp:nvSpPr>
        <dsp:cNvPr id="0" name=""/>
        <dsp:cNvSpPr/>
      </dsp:nvSpPr>
      <dsp:spPr>
        <a:xfrm>
          <a:off x="4419079" y="0"/>
          <a:ext cx="1677440" cy="9137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AI-assisted algorithm selection. </a:t>
          </a:r>
        </a:p>
      </dsp:txBody>
      <dsp:txXfrm>
        <a:off x="4419079" y="0"/>
        <a:ext cx="1677440" cy="913780"/>
      </dsp:txXfrm>
    </dsp:sp>
    <dsp:sp modelId="{FE29758E-35D4-4574-9062-43374B55ABC5}">
      <dsp:nvSpPr>
        <dsp:cNvPr id="0" name=""/>
        <dsp:cNvSpPr/>
      </dsp:nvSpPr>
      <dsp:spPr>
        <a:xfrm>
          <a:off x="5022399" y="1253185"/>
          <a:ext cx="1341952" cy="1341952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FA3C507-455C-4F1F-A4D0-AB3D79DD0E22}">
      <dsp:nvSpPr>
        <dsp:cNvPr id="0" name=""/>
        <dsp:cNvSpPr/>
      </dsp:nvSpPr>
      <dsp:spPr>
        <a:xfrm>
          <a:off x="6463879" y="870267"/>
          <a:ext cx="1589654" cy="100080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Cloud-based computation. </a:t>
          </a:r>
        </a:p>
      </dsp:txBody>
      <dsp:txXfrm>
        <a:off x="6463879" y="870267"/>
        <a:ext cx="1589654" cy="1000807"/>
      </dsp:txXfrm>
    </dsp:sp>
    <dsp:sp modelId="{A7B563EA-3FAC-402A-874D-5860CC2B8E29}">
      <dsp:nvSpPr>
        <dsp:cNvPr id="0" name=""/>
        <dsp:cNvSpPr/>
      </dsp:nvSpPr>
      <dsp:spPr>
        <a:xfrm>
          <a:off x="5022399" y="1756200"/>
          <a:ext cx="1341952" cy="1341952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C6A1D31-0387-4019-AAB2-078F5AABC39C}">
      <dsp:nvSpPr>
        <dsp:cNvPr id="0" name=""/>
        <dsp:cNvSpPr/>
      </dsp:nvSpPr>
      <dsp:spPr>
        <a:xfrm>
          <a:off x="6463879" y="2362776"/>
          <a:ext cx="1589654" cy="111829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Parallel processing implementation. </a:t>
          </a:r>
        </a:p>
      </dsp:txBody>
      <dsp:txXfrm>
        <a:off x="6463879" y="2362776"/>
        <a:ext cx="1589654" cy="1118293"/>
      </dsp:txXfrm>
    </dsp:sp>
    <dsp:sp modelId="{E7EF89BC-1694-4E8D-8AAB-D766F49CB724}">
      <dsp:nvSpPr>
        <dsp:cNvPr id="0" name=""/>
        <dsp:cNvSpPr/>
      </dsp:nvSpPr>
      <dsp:spPr>
        <a:xfrm>
          <a:off x="4586823" y="2008142"/>
          <a:ext cx="1341952" cy="1341952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C5E93D2-2A46-49F2-ABDD-4E104C349B14}">
      <dsp:nvSpPr>
        <dsp:cNvPr id="0" name=""/>
        <dsp:cNvSpPr/>
      </dsp:nvSpPr>
      <dsp:spPr>
        <a:xfrm>
          <a:off x="4419079" y="3437557"/>
          <a:ext cx="1677440" cy="9137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Support for additional NP-Hard problems. </a:t>
          </a:r>
        </a:p>
      </dsp:txBody>
      <dsp:txXfrm>
        <a:off x="4419079" y="3437557"/>
        <a:ext cx="1677440" cy="913780"/>
      </dsp:txXfrm>
    </dsp:sp>
    <dsp:sp modelId="{60471696-F609-4C3F-A00B-3A578C625BFF}">
      <dsp:nvSpPr>
        <dsp:cNvPr id="0" name=""/>
        <dsp:cNvSpPr/>
      </dsp:nvSpPr>
      <dsp:spPr>
        <a:xfrm>
          <a:off x="4151248" y="1756200"/>
          <a:ext cx="1341952" cy="1341952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F7C0D0E-C8D6-40D8-833B-872B2AD70A1B}">
      <dsp:nvSpPr>
        <dsp:cNvPr id="0" name=""/>
        <dsp:cNvSpPr/>
      </dsp:nvSpPr>
      <dsp:spPr>
        <a:xfrm>
          <a:off x="2462065" y="2362776"/>
          <a:ext cx="1589654" cy="111829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Real-time visualization. </a:t>
          </a:r>
        </a:p>
      </dsp:txBody>
      <dsp:txXfrm>
        <a:off x="2462065" y="2362776"/>
        <a:ext cx="1589654" cy="1118293"/>
      </dsp:txXfrm>
    </dsp:sp>
    <dsp:sp modelId="{206A9C33-700B-4961-91E3-E137833FE63B}">
      <dsp:nvSpPr>
        <dsp:cNvPr id="0" name=""/>
        <dsp:cNvSpPr/>
      </dsp:nvSpPr>
      <dsp:spPr>
        <a:xfrm>
          <a:off x="4151248" y="1253185"/>
          <a:ext cx="1341952" cy="1341952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9499CAB-384B-4D2F-B3BA-145F3095705E}">
      <dsp:nvSpPr>
        <dsp:cNvPr id="0" name=""/>
        <dsp:cNvSpPr/>
      </dsp:nvSpPr>
      <dsp:spPr>
        <a:xfrm>
          <a:off x="2462065" y="870267"/>
          <a:ext cx="1589654" cy="111829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Learning–based optimization.</a:t>
          </a:r>
        </a:p>
      </dsp:txBody>
      <dsp:txXfrm>
        <a:off x="2462065" y="870267"/>
        <a:ext cx="1589654" cy="1118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167B-9354-32DC-1880-3AB20486D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85B43-E381-05CD-2DA9-0C78A76D6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8944F-D104-39CA-9A19-405F41FBD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D8E38-95E0-D5A0-9D9D-206C491C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B794C-0CED-512E-6E61-829884B59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24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E0606-F2BC-9F24-85D6-5B30B9C4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9CC57-96A9-D531-5671-9580968F5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11419-6780-BC8C-4FB9-40DC0B936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63355-AC42-3421-5B89-A2C81B2F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C69ED-4037-010C-5141-EBB30E5F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914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C596-03F0-21E8-65DD-49782EC36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B3B3F-431C-56C0-72CD-AF573DE35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7E8B9-2DAB-A37A-0542-5EA5A3D7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51943-B8FD-504C-74ED-19558929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90941-9909-7552-4BD8-DCA814CC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508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5D2F-59FD-B625-0055-9511E396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49EDA-4681-E744-B177-028AE2CFC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7E9F2-04E1-1302-5AA9-36CA32BE9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A88AA-BAD2-5CF5-3F70-4ADA499D8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FB5EA-A581-C0FF-5DCF-8FE428A6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0B44-B3EC-D438-6AC5-E7C1CDD0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51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2CE6B-9745-9946-4EC6-8BE1594CF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1C0FE-5EEF-16BD-3ADA-0A9ABE280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A1C2E-814F-58B8-CC05-385FBA25B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A65727-AA1B-2715-553A-8C24E7E82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60356-3D77-05D2-297A-DE033DC35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E9D0E-04A0-6469-9F19-479ED5C01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78214D-5AE6-0600-57A3-EC8F239F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358C63-D804-9568-10EA-FCF9A10E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05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1614-35AE-9330-2AB1-B01E6FF5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BA71B0-8122-F9CD-11C9-E46857ED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C6B86-E93A-68D2-D718-2C4223722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1D31C-DAC2-1474-9456-B4C038F7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10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30117-7BA6-78E2-E57E-F6ED035D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F9DCE6-7B8D-8ECB-E12B-93BA4D2F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08C28-1E68-F852-7B6F-CA3E9B87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5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51B9-0CFF-CDE9-EF3F-7B77DF569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D5548-5840-4E02-5E78-FA89A541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E8750-A4DC-C7F5-CA1A-71505998E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F65F6-5F8A-5ADE-3D21-771C531B1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59A69-9CE6-1F8A-A050-893FE60F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E2F49-2DA1-AB39-0437-C10BF10B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882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45A9C-87B9-E12E-9441-29DEA12A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9ED427-59B7-9C2C-7F30-095173A6A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B0F10-CC2A-8A8F-4848-85B2BEF55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8E63A-1C1B-0917-8C82-985441A7D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85741-9D5C-F9F0-8D2F-39DCD7272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9ECFB-4B1B-0E08-A3D8-A703457E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325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EAAA0-C050-60D2-A5B5-2C607DEA8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3CEBE-0491-0CC0-D27C-10997BC6C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A063F-3981-FFC0-F1DE-B6588B80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DF0C0-78D3-D50C-5D2B-9BF0045C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F802A-1ED3-7B12-3668-664077B4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840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D626E2-594B-B99C-5DD5-381604B37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CA236-2350-3608-DC15-EEDB728AF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49862-593C-C8AE-5189-2F69B46C6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09C5C-90F8-ECF5-4D3D-E094A0984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00855-E032-6887-8F0B-8D4028E4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508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5B33C-4781-F6AD-92D6-7803869CB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082E0-FA64-C582-5DDA-5BC2C150F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FA14B-7F5E-E84A-1BE9-A71CB2EAD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4C551E-4230-4E47-8B6D-AF88609DF4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9D776-E113-034F-EBB4-B0DE8EDFE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68FA-5DF2-E496-2B55-6E6B4D2F7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946C7-658D-4B6A-B634-E90596A5C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76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3CB0-4D2E-E7D0-8A64-B51DE6E38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006" y="1373754"/>
            <a:ext cx="11289988" cy="3218472"/>
          </a:xfrm>
        </p:spPr>
        <p:txBody>
          <a:bodyPr>
            <a:noAutofit/>
          </a:bodyPr>
          <a:lstStyle/>
          <a:p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an NP-Complete Problem Visualizer and Solver Using Efficient Algorithmic Techniques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CSA0608-Design and Analysis Of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A09A5-8661-B597-DDCC-90752EF7B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800" y="4714805"/>
            <a:ext cx="3918857" cy="1655762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Teja Sree(192411211)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Bhanu Prakash (192425263)</a:t>
            </a:r>
          </a:p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Sharlie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Gifta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(192324191)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16E1DD-982E-A792-EB97-959D04EC9DB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8C3EB8-9769-9155-D668-95B544CA40F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41AA6A-B510-097A-F959-9B0BACE09908}"/>
              </a:ext>
            </a:extLst>
          </p:cNvPr>
          <p:cNvSpPr txBox="1"/>
          <p:nvPr/>
        </p:nvSpPr>
        <p:spPr>
          <a:xfrm>
            <a:off x="1208315" y="4714805"/>
            <a:ext cx="2656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Sriramya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81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8CDF-D163-25B7-28A9-5FC089E9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CB3E5-3DEE-0CEA-C6F2-BD9DFBE6F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6477000" cy="3974128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NP-Complete problems are among the most challenging computational problems.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an exact solution requires significant computational resources.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problems appear in routing, scheduling, network optimization, logistics, and AI.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an interactive system to visualize problem-solving steps and compare algorithm performance.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B734BE-93CF-5DF8-BC8D-EE7AC976E53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FD9097-D175-391D-5E5D-2DA6DCDED40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CBB5D5-9E9B-D7A4-3B15-0C38CAFD2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116" y="2222090"/>
            <a:ext cx="4625741" cy="285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78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49199-998C-2E78-FF6C-A3DDC674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D0D62-6F97-857F-E1CE-7B0633EFF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68196A-0836-BD1B-958E-63B17FDE0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05628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F3C8C71-6FF7-789B-E98E-B97BECC057D2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201082-5A4B-9400-7DB4-5AA6C54FF579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838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2DE0C-8E13-9DC2-AC10-251D428C4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0009F5-D0F0-240F-F7AF-EA5FDABBC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7275263"/>
              </p:ext>
            </p:extLst>
          </p:nvPr>
        </p:nvGraphicFramePr>
        <p:xfrm>
          <a:off x="2798506" y="1943484"/>
          <a:ext cx="633934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EC61679-DDD1-D01F-A926-B305FEE9E425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B7D8C4-1447-3C8A-19DF-B422269B5870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2910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2DAD2-AA47-197F-DF5F-7C8BC77B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943B4-12F4-5F6B-EFB4-2A6722CA86E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033659-6DAB-FFAC-AD23-6F5A15257BD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34CD317-F9A5-E9E4-F39D-31D4CB92F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865559"/>
              </p:ext>
            </p:extLst>
          </p:nvPr>
        </p:nvGraphicFramePr>
        <p:xfrm>
          <a:off x="855406" y="1671938"/>
          <a:ext cx="10453134" cy="43843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13070">
                  <a:extLst>
                    <a:ext uri="{9D8B030D-6E8A-4147-A177-3AD203B41FA5}">
                      <a16:colId xmlns:a16="http://schemas.microsoft.com/office/drawing/2014/main" val="4127227461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1968025526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4286272580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1226643785"/>
                    </a:ext>
                  </a:extLst>
                </a:gridCol>
                <a:gridCol w="2085016">
                  <a:extLst>
                    <a:ext uri="{9D8B030D-6E8A-4147-A177-3AD203B41FA5}">
                      <a16:colId xmlns:a16="http://schemas.microsoft.com/office/drawing/2014/main" val="4143560484"/>
                    </a:ext>
                  </a:extLst>
                </a:gridCol>
              </a:tblGrid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Title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Improvement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913725230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Romera-Paredes et al. (2023)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Optimization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algorithm generation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visualization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interactive visualization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422573199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Bodlaender et al. (2024)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Parameterized Graph Algorithms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graph techniques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theoretical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 practical analysis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92667996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Krajewski et al. (2024)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Traversal Methods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search algorithms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problem support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multiple NP problems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814039826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 et al. (2025)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Optimization Algorithm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Evolutionary + mathematical optimization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Problem-specific approach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generalized solver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082854741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Efrat et al. (2025)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Visualization Techniques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graph visualization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performance evaluation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metrics analysis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467204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856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70CA6-28DA-957F-92DE-B02ECEE4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3A52C-4960-24E3-1D71-221B5BDF800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FA8F30-34EE-FEC3-D499-0E7A04DFE41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07D0BB2-58E2-17B8-5A39-478F34A31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91AB14-12E3-E596-6DE5-AD2A3877F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43" y="1690688"/>
            <a:ext cx="10951028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35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CEBE-2C4D-CE0B-732C-DA2570F08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328" y="365125"/>
            <a:ext cx="9741215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Input And Data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16E62-067B-56EE-4182-F20B91BE6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1328" y="1825625"/>
            <a:ext cx="10604698" cy="492004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 lvl="0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problem instance </a:t>
            </a:r>
          </a:p>
          <a:p>
            <a:pPr lvl="0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  <a:p>
            <a:pPr lvl="0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  <a:p>
            <a:pPr marL="0" indent="0">
              <a:buNone/>
            </a:pP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 lvl="0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</a:t>
            </a:r>
          </a:p>
          <a:p>
            <a:pPr lvl="0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lvl="0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creation </a:t>
            </a:r>
          </a:p>
          <a:p>
            <a:pPr marL="0" indent="0">
              <a:buNone/>
            </a:pP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</a:t>
            </a:r>
          </a:p>
          <a:p>
            <a:pPr lvl="0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</a:t>
            </a:r>
          </a:p>
          <a:p>
            <a:pPr lvl="0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</a:t>
            </a:r>
          </a:p>
          <a:p>
            <a:pPr lvl="0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Lists </a:t>
            </a:r>
          </a:p>
          <a:p>
            <a:pPr lvl="0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Maps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0A4F5-C82D-E116-148E-B4331611BF7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3D2C68-B043-1F40-E856-6CC5C47F7AD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1202C2-5AAA-94D3-7C70-A40FE22BF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502" y="2391604"/>
            <a:ext cx="6319555" cy="303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85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FEF9-44C6-A4E6-9564-99EFBF8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424FF-D310-D2E0-CDC2-EDE25BA79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data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and Bound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Heuristics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Algorithms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A77691-6FD8-2B38-256B-72E4584A2EC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C4B9E3-1122-CA02-AAD4-1499B199270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340C09-43F2-CD7E-9B21-FED1896B3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019" y="2212259"/>
            <a:ext cx="5343762" cy="303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3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BB1AD-0098-3883-0154-3B837955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and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DF016-2C02-ECA7-5C3E-39E1E1BA0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Accuracy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Complexity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execution steps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tree visualization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comparison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graphs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BA23A-5D55-E7CF-A9E5-7ACB4A359CE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BD2C64-F555-6D1B-0BA4-ADB9AF9873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1EDFEA-F748-8487-1B09-68E1521E8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360" y="2144918"/>
            <a:ext cx="6136439" cy="303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47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17A9-2950-11A8-2C59-57C0D1E17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1C8CC-2EA2-D1AE-D79F-1ABBDCEB470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A787C4-FA50-187D-34F2-6E7AA822A8F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197D14-3CC4-D2F9-2D80-D963872D6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Explores every possible solution while pruning invalid paths.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and Bound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unnecessary searches using upper and lower bounds.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repeated computations to reduce execution time.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Heuristics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locally optimal choices for faster approximate solutions.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Algorithms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solutions close to the optimum within acceptable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667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A419-1EAF-A86A-530E-357332B8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AA22C-2334-EB23-7083-F2EA394C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D1C53-8C1D-C7B9-4211-60BBD57FD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3" y="2210166"/>
            <a:ext cx="5034116" cy="304698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Routing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Planning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Design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66085-FBEF-9F61-93CA-5E74424AA09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502847-CEDC-C45B-AA06-1C49F28406F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74F6BB-07C6-C77B-6A8F-FB559ACD0F2D}"/>
              </a:ext>
            </a:extLst>
          </p:cNvPr>
          <p:cNvSpPr txBox="1"/>
          <p:nvPr/>
        </p:nvSpPr>
        <p:spPr>
          <a:xfrm>
            <a:off x="1007201" y="2210166"/>
            <a:ext cx="4842993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visualization of complex algorithms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learning tool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optimization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NP-Complete problems</a:t>
            </a:r>
          </a:p>
        </p:txBody>
      </p:sp>
    </p:spTree>
    <p:extLst>
      <p:ext uri="{BB962C8B-B14F-4D97-AF65-F5344CB8AC3E}">
        <p14:creationId xmlns:p14="http://schemas.microsoft.com/office/powerpoint/2010/main" val="3290746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D508-F2D3-CF8C-A1A6-60C5F31B9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691D-3EA2-E542-7206-778E1C331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D994D9-1948-AA9C-F329-875A122D06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1229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06DE33C-BCF9-E851-05D9-B44850287A26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092AA4-0E8B-AE93-080C-105A77AB3860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411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52D2-03EB-C47D-C866-23E44F11F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DB66-8D74-67F2-7E46-D625E3777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9EE90-9965-BDB2-439B-45C6B2F2F79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63CE37-1656-27A7-AF30-206F64B651A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C3F129-6F6C-B27F-9CE5-42F59182A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38" y="1943484"/>
            <a:ext cx="5102943" cy="4244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E687B0-1A76-AF96-AE25-8F43AEF01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838" y="1943484"/>
            <a:ext cx="4925962" cy="424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74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8C154-9840-47AB-FB7F-2D4B449A4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F07A7A-307B-AF9B-D98F-807D12F768F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451AAF-5E9A-F694-D525-54B206F60BE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2289F4-D125-E3F8-DE11-8A1BA1343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70" y="1917289"/>
            <a:ext cx="5476568" cy="40964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440D1E-8F6C-0995-1EBB-0636CA9F6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787" y="1917288"/>
            <a:ext cx="5230762" cy="409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525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3E3C-391E-C8FE-E8C2-DCDB9EFA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EEB3D5-A2D2-6C2D-CD8A-401DCAE4F83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BED442-AEE0-2C41-86B8-AC48F988487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33E648-A3C6-6291-1218-B5710F2D2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23" y="1662493"/>
            <a:ext cx="5132440" cy="47347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9762ED-C0E5-F877-B886-BD71D29F1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662494"/>
            <a:ext cx="5474810" cy="473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05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842F2-AEC9-A6B4-6A17-C3EE1A7B6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6E8CDB-6DD4-57F0-CA52-52710BC014C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C90A52-B6D1-8588-3604-E99E903119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CDECA8-3A76-A0B7-50EC-D0A0CE328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968" y="1602659"/>
            <a:ext cx="9061032" cy="465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611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E1466-1259-0164-9A58-B80955A2F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3FEC-210D-7CF2-E1CF-2BF5269D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A10BF-67F7-6231-339C-12D512331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7" y="2438400"/>
            <a:ext cx="10515600" cy="2664542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interactive NP-Complete Problem Visualizer and Solver.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efficient implementation using multiple DAA algorithms.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execution time, memory consumption, and solution quality.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complex optimization techniques through visualization.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scalable platform for research and education.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8EB9C-3DB2-A5F2-215E-134B35FD856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2" y="112329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03DEBD-F08F-889D-B9CC-7CB870B5BB7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2329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267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537</Words>
  <Application>Microsoft Office PowerPoint</Application>
  <PresentationFormat>Widescreen</PresentationFormat>
  <Paragraphs>131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Design and Implementation of an NP-Complete Problem Visualizer and Solver Using Efficient Algorithmic Techniques  CSA0608-Design and Analysis Of Algorithm</vt:lpstr>
      <vt:lpstr>INTRODUCTION</vt:lpstr>
      <vt:lpstr>PROBLEM STATEMENT</vt:lpstr>
      <vt:lpstr>OBJECTIVES</vt:lpstr>
      <vt:lpstr>LITERATURE SURVEY</vt:lpstr>
      <vt:lpstr>SYSTEM ARCHITECTURE</vt:lpstr>
      <vt:lpstr>MODULE 1  Problem Input And Data Management</vt:lpstr>
      <vt:lpstr>MODULE 2  Core Algorithm Implementation</vt:lpstr>
      <vt:lpstr>MODULE 3  Evaluation and Visualization</vt:lpstr>
      <vt:lpstr>ALGORITHMS USED</vt:lpstr>
      <vt:lpstr>ADVANTAGES &amp; APPLICATIONS</vt:lpstr>
      <vt:lpstr>FUTURE SCOPE</vt:lpstr>
      <vt:lpstr>IMPLEMENTTION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G Charishma</dc:creator>
  <cp:lastModifiedBy>V Tejasree</cp:lastModifiedBy>
  <cp:revision>4</cp:revision>
  <dcterms:created xsi:type="dcterms:W3CDTF">2026-07-29T11:20:16Z</dcterms:created>
  <dcterms:modified xsi:type="dcterms:W3CDTF">2026-09-01T15:07:31Z</dcterms:modified>
</cp:coreProperties>
</file>